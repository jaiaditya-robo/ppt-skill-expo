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48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Environmental Monitoring System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BE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Arduino UNO, DHT11 and BMP280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 •  Humidity  •  Atmospheric Pressure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4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Prototype?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electronic system that monitors temperature, humidity and atmospheric pressure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collect the data; an Arduino UNO processes it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16×2 I2C LCD shows one reading at a time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display changes automatically every two seconds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low-cost and useful for basic environmental monitoring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4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surrounding temperature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surrounding humidity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atmospheric pressure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readings with an Arduino UNO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18872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readings on an LCD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display every two seconds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practical use of sensors and microcontrollers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4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Used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9377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8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8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 UNO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controller (ATmega328P)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DHT11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and humidity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BMP280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Atmospheric pressure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16×2 I2C LCD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Displays the readings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Breadboard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Circuit assembly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Jumper wires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Electrical connections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 cable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and programming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4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&amp; Display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499360" cy="2194560"/>
          </a:xfrm>
          <a:prstGeom prst="roundRect">
            <a:avLst>
              <a:gd name="adj" fmla="val 4167"/>
            </a:avLst>
          </a:prstGeom>
          <a:solidFill>
            <a:srgbClr val="EAF3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298448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91640"/>
            <a:ext cx="2225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sensor for temperature and relative humidity. Data pin on D2.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30880" y="1188720"/>
            <a:ext cx="2499360" cy="2194560"/>
          </a:xfrm>
          <a:prstGeom prst="roundRect">
            <a:avLst>
              <a:gd name="adj" fmla="val 4167"/>
            </a:avLst>
          </a:prstGeom>
          <a:solidFill>
            <a:srgbClr val="EAF3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68040" y="1298448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BMP280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368040" y="1691640"/>
            <a:ext cx="2225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sensor for pressure in hPa. Uses I2C.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13120" y="1188720"/>
            <a:ext cx="2499360" cy="2194560"/>
          </a:xfrm>
          <a:prstGeom prst="roundRect">
            <a:avLst>
              <a:gd name="adj" fmla="val 4167"/>
            </a:avLst>
          </a:prstGeom>
          <a:solidFill>
            <a:srgbClr val="EAF3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050280" y="1298448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16×2 I2C LCD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050280" y="1691640"/>
            <a:ext cx="2225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characters, 2 lines. I2C saves pins.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 LCD and BMP280 use I2C; they share A4 and A5 and have different addresses.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4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Connections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25603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DHT11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8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8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0" y="1188720"/>
          <a:ext cx="26517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BMP280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8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8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CS, SDO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connected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188720"/>
          <a:ext cx="24688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8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8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4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Diagram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EAF3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4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44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&amp; Humidity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28016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24483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383280" y="12801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and control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600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digital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I2C (A4, A5)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0" y="292608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EAF3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43200" y="29260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4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BMP280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44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sensor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292608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EAF3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46320" y="29260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4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16×2 I2C LCD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44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4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Principle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EAF3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4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23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DHT11: temperature, humidity. BMP280: pressure.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EAF3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91840" y="1463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4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423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reads and processes the data.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EAF3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35040" y="1463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4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423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shows each value for 2 seconds.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749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4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→ Processing → Display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4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Operates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2448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28.5°C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1645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 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EAF3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91840" y="13716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4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Pressure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44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1012.4 hPa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669280" y="1645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 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EAF3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035040" y="13716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4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44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62.0%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1645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2 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74320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on: Arduino starts the LCD, DHT11 and BMP280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then repeat continuously in this order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buttons or settings are needed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4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Libraries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IDE: write, compile, upload, and use the Serial Monitor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C/C++ based Arduino code; setup() runs once, loop() repeats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 Sensor Library: for the DHT11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Adafruit Unified Sensor and Adafruit BMP280 libraries: for the BMP280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LiquidCrystal I2C Library: for the LCD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units: °C, %, hPa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4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Can Be Used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499360" cy="1463040"/>
          </a:xfrm>
          <a:prstGeom prst="roundRect">
            <a:avLst>
              <a:gd name="adj" fmla="val 6250"/>
            </a:avLst>
          </a:prstGeom>
          <a:solidFill>
            <a:srgbClr val="EAF3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298448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91640"/>
            <a:ext cx="222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temperature and humidity.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30880" y="1188720"/>
            <a:ext cx="2499360" cy="1463040"/>
          </a:xfrm>
          <a:prstGeom prst="roundRect">
            <a:avLst>
              <a:gd name="adj" fmla="val 6250"/>
            </a:avLst>
          </a:prstGeom>
          <a:solidFill>
            <a:srgbClr val="EAF3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68040" y="1298448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368040" y="1691640"/>
            <a:ext cx="222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Demonstrations and environmental studies.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13120" y="1188720"/>
            <a:ext cx="2499360" cy="1463040"/>
          </a:xfrm>
          <a:prstGeom prst="roundRect">
            <a:avLst>
              <a:gd name="adj" fmla="val 6250"/>
            </a:avLst>
          </a:prstGeom>
          <a:solidFill>
            <a:srgbClr val="EAF3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050280" y="1298448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stations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050280" y="1691640"/>
            <a:ext cx="222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environmental readings.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2499360" cy="1463040"/>
          </a:xfrm>
          <a:prstGeom prst="roundRect">
            <a:avLst>
              <a:gd name="adj" fmla="val 6250"/>
            </a:avLst>
          </a:prstGeom>
          <a:solidFill>
            <a:srgbClr val="EAF3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2944368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Greenhouses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337560"/>
            <a:ext cx="222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growing conditions.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30880" y="2834640"/>
            <a:ext cx="2499360" cy="1463040"/>
          </a:xfrm>
          <a:prstGeom prst="roundRect">
            <a:avLst>
              <a:gd name="adj" fmla="val 6250"/>
            </a:avLst>
          </a:prstGeom>
          <a:solidFill>
            <a:srgbClr val="EAF3E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368040" y="2944368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368040" y="3337560"/>
            <a:ext cx="222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during experiments.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13120" y="2834640"/>
            <a:ext cx="2499360" cy="1463040"/>
          </a:xfrm>
          <a:prstGeom prst="roundRect">
            <a:avLst>
              <a:gd name="adj" fmla="val 6250"/>
            </a:avLst>
          </a:prstGeom>
          <a:solidFill>
            <a:srgbClr val="EAF3E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050280" y="2944368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050280" y="3337560"/>
            <a:ext cx="222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environment observation.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4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EAF3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 check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room too hot or too humid? Read it at a glance.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18872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EAF3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0916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changes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or rising pressure readings show changing conditions.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EAF3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29443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care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375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greenhouse temperature and humidity.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283464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EAF3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09160" y="29443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demo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3375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how sensors, Arduino and display work together.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4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Limitations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and easy to build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automatic display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Common, easily available parts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add more sensors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64592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 is less accurate than advanced sensors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stay local; not sent online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shows limited information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basic use, not professional weather work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448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Improvements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shows how a microcontroller collects data from several sensors and presents it simply, a foundation for IoT weather stations and monitoring networks.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BE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ESP8266/ESP32 web dashboard, mobile app, SD card logging, graphs, buzzer alerts, light, air-quality or rain sensors.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2026-09-24T16:58:21Z</dcterms:created>
  <dcterms:modified xsi:type="dcterms:W3CDTF">2026-09-24T16:58:21Z</dcterms:modified>
</cp:coreProperties>
</file>