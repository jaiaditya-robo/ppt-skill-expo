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AquaSense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System with ESP8266 Wi-Fi and Android App Connection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router  •  No mobile data  •  No Internet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AquaSense?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water system built around an ESP8266 controller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water level with an HC-SR04 and drives fill and drain pumps through an L293D module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water percentage, pump status and history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from a phone over Wi-Fi: Fill, Drain and Stop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ESP8266 creates its own Wi-Fi, so it works anywhere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Taking It Anywhere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AquaSense must work at school, a science expo, a friend's house, another building, or anywhere without mobile data or a home router.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open Chrome every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type 192.168.4.1 every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configure a router at each place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mobile 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complicated Wi-Fi settings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ESP8266 as Access Point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ESP8266 has Wi-Fi built in and acts like a mini router. The phone connects directly to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E8F5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2103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Wi-Fi: AquaSense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E8F5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383280"/>
          <a:ext cx="73152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3774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AquaSense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192.168.4.1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Router, No Mobile Data, No Internet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and ESP8266 form a local network, not an Internet connection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mobile data OFF and no router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192.168.4.1 is a private address inside the ESP8266's own network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or the app asking for it is like saying: "ESP8266, give me the AquaSense page"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may say "Connected without Internet": this is normal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IP Alone Is Not Enough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E8F5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connected to AquaSense Wi-Fi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→ ESP8266 at 192.168.4.1. Works.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E8F5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connected to home router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7830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is not on that router, so the phone cannot reach it. Fails.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knowing the IP is not enough: a network path must exist. The ESP8266 supplies that path itself.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Android App?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E8F5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way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Wi-Fi → open Chrome → type 192.168.4.1 → wait → use website.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E8F5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way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7830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AquaSense → open app → it connects to 192.168.4.1 → dashboard.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has a connection screen with an IP field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 can be remembered so it is typed once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Dashboard &amp;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 percentage with animated tank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status: ON / OFF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FILL, DRAIN and STOP buttons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history and water-level history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Tank-height setting and instructions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screen and status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IP address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refresh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and reconnection handling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ESP8266 Endpoints Reused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572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water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filling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draining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pumps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/setHeight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tank height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/pumpHistory, /waterHistory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/setTime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another interface to the same controller, so the website is not thrown away.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8F5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1280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API + Wi-Fi 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E8F5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L293D → Fill Pump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Pump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508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Wi-Fi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34640" y="292608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E8F5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83464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phone → AquaSense app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green LED = fill, orange LED = drain, optional local display.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Operate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 AquaSense; ESP8266 creates the "AquaSense" Wi-Fi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phone to AquaSense (password 12345678)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AquaSense app; it uses 192.168.4.1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appears with live water level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Fill, drain or stop the pumps; view history; change tank height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&amp; When It Can Be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8F5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control a water tank without a router.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8F5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school Wi-Fi.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8F5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expo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on any phone within range.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8F5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building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337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 at any location, unchanged.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Important Notes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must be on the AquaSense Wi-Fi; typing the IP cannot create the connection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normally joins one Wi-Fi at a time, so it has no Internet while connected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is limited to Wi-Fi range of the ESP8266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192.168.4.1 is simple and reliable; aquasense.local may not work on every Android phone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was not chosen: Wi-Fi suits the dashboard, history and expansion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AquaSense lets anyone control and monitor a water tank from a phone, anywhere, using only the Wi-Fi the ESP8266 creates itself: no router, mobile data or Internet.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app that automatically finds the device, custom name instead of an IP, more app pages.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2026-09-24T16:53:52Z</dcterms:created>
  <dcterms:modified xsi:type="dcterms:W3CDTF">2026-09-24T16:53:52Z</dcterms:modified>
</cp:coreProperties>
</file>