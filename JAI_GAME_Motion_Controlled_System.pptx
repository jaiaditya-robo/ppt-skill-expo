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 GAME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MPU6050 Motion-Controlled Gaming System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to play  •  Wireless  •  No internet needed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Prototype?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wireless game controlled by tilting an MPU6050 motion sensor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is both the controller and a Wi-Fi access point named "Jai Game"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is a web page hosted inside the ESP32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tablet or computer connects directly: no internet or mobile data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 (Car Racing, Airplane) and three levels (Easy, Medium, Hard)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motion-controlled game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ESP32 as the main controller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Wi-Fi directly from the ESP32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the game website on the ESP32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 game by movement, not buttons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accelerometer motion detection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multiple game modes and difficulties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real-time sensor processing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hardware, wireless and web development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Principle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EFEB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600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94560" y="146304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EFEB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94560" y="1463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600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40480" y="146304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2B2D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40480" y="1463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600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0" y="146304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EFE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0" y="1463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600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32320" y="146304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EFE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1463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Game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6517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accelerometer senses the direction of tilt on X and Y axes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classifies it as CENTER, RIGHT, LEFT, ACCELERATE or BRAKE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asks the ESP32 for the command and moves the player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&amp; Software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840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Development 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controller, Wi-Fi, web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Accelerometer and gyroscope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cable, jumper wires, breadboard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Power, programming, connections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 / computer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Displays the game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IDE (C/C++)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the ESP32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Wire, Adafruit_MPU6050, Adafruit_Sensor, WiFi, WebServer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Libraries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&amp; MPU6050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499360" cy="2377440"/>
          </a:xfrm>
          <a:prstGeom prst="roundRect">
            <a:avLst>
              <a:gd name="adj" fmla="val 3846"/>
            </a:avLst>
          </a:prstGeom>
          <a:solidFill>
            <a:srgbClr val="EFEB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2225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sensor, processes motion, creates Wi-Fi, hosts the game. Built-in Wi-Fi, low cost.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30880" y="1188720"/>
            <a:ext cx="2499360" cy="2377440"/>
          </a:xfrm>
          <a:prstGeom prst="roundRect">
            <a:avLst>
              <a:gd name="adj" fmla="val 3846"/>
            </a:avLst>
          </a:prstGeom>
          <a:solidFill>
            <a:srgbClr val="EFEB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68040" y="129844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68040" y="1691640"/>
            <a:ext cx="2225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accelerometer and gyroscope. Small, cheap, uses I2C. Tilt is read from accelerometer.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13120" y="1188720"/>
            <a:ext cx="2499360" cy="2377440"/>
          </a:xfrm>
          <a:prstGeom prst="roundRect">
            <a:avLst>
              <a:gd name="adj" fmla="val 3846"/>
            </a:avLst>
          </a:prstGeom>
          <a:solidFill>
            <a:srgbClr val="EFEB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50280" y="129844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link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50280" y="1691640"/>
            <a:ext cx="2225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only: SDA and SCL between ESP32 and sensor.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&amp; Wi-Fi Details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3474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188720"/>
          <a:ext cx="4206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 Game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12345678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192.168.4.1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USB; the sensor takes 3.3V from the ESP32.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Phone and ESP32 Talk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EFEB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600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94560" y="13716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EFEB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94560" y="1371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/motion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600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40480" y="13716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2B2D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40480" y="1371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reads MPU6050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600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0" y="13716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EFE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0" y="1371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e.g. "RIGHT"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600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32320" y="13716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EFE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1371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moves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builds the menu and game area; CSS styles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runs game logic: obstacles, collisions, score, levels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web server serves "/" (game page) and "/motion" (command)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Control Mapping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movement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 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/ normal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side lifted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side lifted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side lifted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side lifted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for this mounting orientation; thresholds on X and Y (about ±2.5 to ±3.0) may need retuning if the sensor is remounted.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Modes &amp; Difficulty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FEB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Racing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Multi-lane road; dodge oncoming cars; score rises for each obstacle avoided.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FEB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 Mode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an aircraft and avoid obstacles with the same controller.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FEB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speed, more gap between obstacles.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FE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/ Hard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speed and more frequent obstacles; levels rise with score.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Play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 the ESP32; it creates the "Jai Game" Wi-Fi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phone or computer (password 12345678)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browser and enter 192.168.4.1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Car Racing or Airplane, then Easy, Medium or Hard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the sensor to steer, accelerate and brake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an obstacle and the game ends; restart from the menu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Can Be Used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FEB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and tech expos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demo of sensors and wireless control.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FEB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&amp; labs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embedded systems, I2C, Wi-Fi and web servers.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FEB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games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Motion-controlled play with no app needed.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FE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for tilt-controlled interfaces and mini games.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Wireless; no internet or app needed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motion-based control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and difficulty levels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easy to demonstrate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6459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depends on sensor orientation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moves can give unstable readings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Wi-Fi range; must stay connected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demonstration, not a commercial platform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 GAME turns physical movement into game commands, combining sensors, embedded programming, Wi-Fi networking and web development in one project. It can be expanded into more advanced games.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2026-09-24T17:09:15Z</dcterms:created>
  <dcterms:modified xsi:type="dcterms:W3CDTF">2026-09-24T17:09:15Z</dcterms:modified>
</cp:coreProperties>
</file>